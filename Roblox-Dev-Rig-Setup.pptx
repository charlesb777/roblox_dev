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8A5BF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114800"/>
            <a:ext cx="4114800" cy="4114800"/>
          </a:xfrm>
          <a:prstGeom prst="ellipse">
            <a:avLst/>
          </a:prstGeom>
          <a:solidFill>
            <a:srgbClr val="00E5FF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720000">
            <a:off x="822960" y="9144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E5FF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288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ROBLOX DEV RIG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658368" y="29260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3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games like a pro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58368" y="40690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 Cursor with AI  ·  save with Git  ·  live-sync with Rojo  ·  test &amp; publish in Roblox Studio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50292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51E47"/>
          </a:solidFill>
          <a:ln w="12700">
            <a:solidFill>
              <a:srgbClr val="2A38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5175504"/>
            <a:ext cx="164592" cy="164592"/>
          </a:xfrm>
          <a:prstGeom prst="ellipse">
            <a:avLst/>
          </a:prstGeom>
          <a:solidFill>
            <a:srgbClr val="8A5BFF"/>
          </a:solidFill>
          <a:ln/>
        </p:spPr>
      </p:sp>
      <p:sp>
        <p:nvSpPr>
          <p:cNvPr id="10" name="Text 8"/>
          <p:cNvSpPr/>
          <p:nvPr/>
        </p:nvSpPr>
        <p:spPr>
          <a:xfrm>
            <a:off x="1042416" y="5029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(AI editor)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91840" y="502920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51E47"/>
          </a:solidFill>
          <a:ln w="12700">
            <a:solidFill>
              <a:srgbClr val="2A38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6432" y="5175504"/>
            <a:ext cx="164592" cy="164592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13" name="Text 11"/>
          <p:cNvSpPr/>
          <p:nvPr/>
        </p:nvSpPr>
        <p:spPr>
          <a:xfrm>
            <a:off x="3675888" y="5029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760720" y="502920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51E47"/>
          </a:solidFill>
          <a:ln w="12700">
            <a:solidFill>
              <a:srgbClr val="2A38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25312" y="5175504"/>
            <a:ext cx="164592" cy="164592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6" name="Text 14"/>
          <p:cNvSpPr/>
          <p:nvPr/>
        </p:nvSpPr>
        <p:spPr>
          <a:xfrm>
            <a:off x="6144768" y="5029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live-sync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0" y="50292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51E47"/>
          </a:solidFill>
          <a:ln w="12700">
            <a:solidFill>
              <a:srgbClr val="2A38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94192" y="5175504"/>
            <a:ext cx="164592" cy="164592"/>
          </a:xfrm>
          <a:prstGeom prst="ellipse">
            <a:avLst/>
          </a:prstGeom>
          <a:solidFill>
            <a:srgbClr val="FF3DB0"/>
          </a:solidFill>
          <a:ln/>
        </p:spPr>
      </p:sp>
      <p:sp>
        <p:nvSpPr>
          <p:cNvPr id="19" name="Text 17"/>
          <p:cNvSpPr/>
          <p:nvPr/>
        </p:nvSpPr>
        <p:spPr>
          <a:xfrm>
            <a:off x="8613648" y="5029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Roblox Studio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setup playbook for a 14+ creator learning Luau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3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tools, four jobs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2240280"/>
          </a:xfrm>
          <a:prstGeom prst="roundRect">
            <a:avLst>
              <a:gd name="adj" fmla="val 4898"/>
            </a:avLst>
          </a:prstGeom>
          <a:solidFill>
            <a:srgbClr val="151E47"/>
          </a:solidFill>
          <a:ln w="12700">
            <a:solidFill>
              <a:srgbClr val="2A38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640080" cy="640080"/>
          </a:xfrm>
          <a:prstGeom prst="ellipse">
            <a:avLst/>
          </a:prstGeom>
          <a:solidFill>
            <a:srgbClr val="8A5B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83080" y="20939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2331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87552" y="297180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editor. Write Luau and ask the AI to explain, fix, and build. Add the Rojo (evaera) + Lua (sumneko) extensions.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212080" cy="2240280"/>
          </a:xfrm>
          <a:prstGeom prst="roundRect">
            <a:avLst>
              <a:gd name="adj" fmla="val 4898"/>
            </a:avLst>
          </a:prstGeom>
          <a:solidFill>
            <a:srgbClr val="151E47"/>
          </a:solidFill>
          <a:ln w="12700">
            <a:solidFill>
              <a:srgbClr val="2A38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103120"/>
            <a:ext cx="640080" cy="640080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452360" y="20939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/ HISTORY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52360" y="2331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656832" y="297180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control. Saves every change, lets you undo anything, backs the project up online. Studio never reads this.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251960"/>
            <a:ext cx="5212080" cy="2240280"/>
          </a:xfrm>
          <a:prstGeom prst="roundRect">
            <a:avLst>
              <a:gd name="adj" fmla="val 4898"/>
            </a:avLst>
          </a:prstGeom>
          <a:solidFill>
            <a:srgbClr val="151E47"/>
          </a:solidFill>
          <a:ln w="12700">
            <a:solidFill>
              <a:srgbClr val="2A38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4572000"/>
            <a:ext cx="640080" cy="64008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783080" y="45628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83080" y="4800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87552" y="54406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 server + a Studio plugin. Together they live-sync your .luau files into Studio the instant you hit save.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09360" y="4251960"/>
            <a:ext cx="5212080" cy="2240280"/>
          </a:xfrm>
          <a:prstGeom prst="roundRect">
            <a:avLst>
              <a:gd name="adj" fmla="val 4898"/>
            </a:avLst>
          </a:prstGeom>
          <a:solidFill>
            <a:srgbClr val="151E47"/>
          </a:solidFill>
          <a:ln w="12700">
            <a:solidFill>
              <a:srgbClr val="2A38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29400" y="4572000"/>
            <a:ext cx="640080" cy="640080"/>
          </a:xfrm>
          <a:prstGeom prst="ellipse">
            <a:avLst/>
          </a:prstGeom>
          <a:solidFill>
            <a:srgbClr val="FF3DB0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452360" y="45628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3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52360" y="4800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Roblox Studio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6656832" y="54406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game runs on a baseplate. Build the world, press Play to test, publish it yourself when ready.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3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keystroke to game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331720"/>
            <a:ext cx="2286000" cy="1188720"/>
          </a:xfrm>
          <a:prstGeom prst="roundRect">
            <a:avLst>
              <a:gd name="adj" fmla="val 9231"/>
            </a:avLst>
          </a:prstGeom>
          <a:solidFill>
            <a:srgbClr val="151E47"/>
          </a:solidFill>
          <a:ln w="12700">
            <a:solidFill>
              <a:srgbClr val="2A38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82496" y="2532888"/>
            <a:ext cx="292608" cy="292608"/>
          </a:xfrm>
          <a:prstGeom prst="ellipse">
            <a:avLst/>
          </a:prstGeom>
          <a:solidFill>
            <a:srgbClr val="8A5B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862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3172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.luau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99232" y="2926080"/>
            <a:ext cx="502920" cy="0"/>
          </a:xfrm>
          <a:prstGeom prst="line">
            <a:avLst/>
          </a:prstGeom>
          <a:noFill/>
          <a:ln w="38100">
            <a:solidFill>
              <a:srgbClr val="FFD23F"/>
            </a:solidFill>
            <a:prstDash val="dash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724912" y="24871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serve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38728" y="2331720"/>
            <a:ext cx="2286000" cy="1188720"/>
          </a:xfrm>
          <a:prstGeom prst="roundRect">
            <a:avLst>
              <a:gd name="adj" fmla="val 9231"/>
            </a:avLst>
          </a:prstGeom>
          <a:solidFill>
            <a:srgbClr val="151E47"/>
          </a:solidFill>
          <a:ln w="12700">
            <a:solidFill>
              <a:srgbClr val="2A38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35424" y="2532888"/>
            <a:ext cx="292608" cy="292608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12" name="Text 10"/>
          <p:cNvSpPr/>
          <p:nvPr/>
        </p:nvSpPr>
        <p:spPr>
          <a:xfrm>
            <a:off x="3538728" y="2862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CLI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38728" y="3172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localhost:34872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52160" y="2926080"/>
            <a:ext cx="502920" cy="0"/>
          </a:xfrm>
          <a:prstGeom prst="line">
            <a:avLst/>
          </a:prstGeom>
          <a:noFill/>
          <a:ln w="38100">
            <a:solidFill>
              <a:srgbClr val="00E5FF"/>
            </a:solidFill>
            <a:prstDash val="dash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577840" y="24871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91656" y="2331720"/>
            <a:ext cx="2286000" cy="1188720"/>
          </a:xfrm>
          <a:prstGeom prst="roundRect">
            <a:avLst>
              <a:gd name="adj" fmla="val 9231"/>
            </a:avLst>
          </a:prstGeom>
          <a:solidFill>
            <a:srgbClr val="151E47"/>
          </a:solidFill>
          <a:ln w="12700">
            <a:solidFill>
              <a:srgbClr val="2A38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88352" y="2532888"/>
            <a:ext cx="292608" cy="292608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8" name="Text 16"/>
          <p:cNvSpPr/>
          <p:nvPr/>
        </p:nvSpPr>
        <p:spPr>
          <a:xfrm>
            <a:off x="6391656" y="2862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plugin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91656" y="3172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files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705088" y="2926080"/>
            <a:ext cx="502920" cy="0"/>
          </a:xfrm>
          <a:prstGeom prst="line">
            <a:avLst/>
          </a:prstGeom>
          <a:noFill/>
          <a:ln w="38100">
            <a:solidFill>
              <a:srgbClr val="FF3DB0"/>
            </a:solidFill>
            <a:prstDash val="dash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430768" y="24871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244584" y="2331720"/>
            <a:ext cx="2286000" cy="1188720"/>
          </a:xfrm>
          <a:prstGeom prst="roundRect">
            <a:avLst>
              <a:gd name="adj" fmla="val 9231"/>
            </a:avLst>
          </a:prstGeom>
          <a:solidFill>
            <a:srgbClr val="151E47"/>
          </a:solidFill>
          <a:ln w="12700">
            <a:solidFill>
              <a:srgbClr val="2A38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241280" y="2532888"/>
            <a:ext cx="292608" cy="292608"/>
          </a:xfrm>
          <a:prstGeom prst="ellipse">
            <a:avLst/>
          </a:prstGeom>
          <a:solidFill>
            <a:srgbClr val="FF3DB0"/>
          </a:solidFill>
          <a:ln/>
        </p:spPr>
      </p:sp>
      <p:sp>
        <p:nvSpPr>
          <p:cNvPr id="24" name="Text 22"/>
          <p:cNvSpPr/>
          <p:nvPr/>
        </p:nvSpPr>
        <p:spPr>
          <a:xfrm>
            <a:off x="9244584" y="2862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44584" y="3172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+ publish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5800" y="3840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Meanwhile, on a separate track — Git just saves and backs up: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" y="4297680"/>
            <a:ext cx="2286000" cy="1188720"/>
          </a:xfrm>
          <a:prstGeom prst="roundRect">
            <a:avLst>
              <a:gd name="adj" fmla="val 9231"/>
            </a:avLst>
          </a:prstGeom>
          <a:solidFill>
            <a:srgbClr val="151E47"/>
          </a:solidFill>
          <a:ln w="12700">
            <a:solidFill>
              <a:srgbClr val="2A38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682496" y="4498848"/>
            <a:ext cx="292608" cy="292608"/>
          </a:xfrm>
          <a:prstGeom prst="ellipse">
            <a:avLst/>
          </a:prstGeom>
          <a:solidFill>
            <a:srgbClr val="8A5BFF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828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5800" y="5138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file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999232" y="4892040"/>
            <a:ext cx="502920" cy="0"/>
          </a:xfrm>
          <a:prstGeom prst="line">
            <a:avLst/>
          </a:prstGeom>
          <a:noFill/>
          <a:ln w="38100">
            <a:solidFill>
              <a:srgbClr val="23F0A0"/>
            </a:solidFill>
            <a:prstDash val="dash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2724912" y="44531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F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538728" y="4297680"/>
            <a:ext cx="2286000" cy="1188720"/>
          </a:xfrm>
          <a:prstGeom prst="roundRect">
            <a:avLst>
              <a:gd name="adj" fmla="val 9231"/>
            </a:avLst>
          </a:prstGeom>
          <a:solidFill>
            <a:srgbClr val="151E47"/>
          </a:solidFill>
          <a:ln w="12700">
            <a:solidFill>
              <a:srgbClr val="2A38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35424" y="4498848"/>
            <a:ext cx="292608" cy="292608"/>
          </a:xfrm>
          <a:prstGeom prst="ellipse">
            <a:avLst/>
          </a:prstGeom>
          <a:solidFill>
            <a:srgbClr val="23F0A0"/>
          </a:solidFill>
          <a:ln/>
        </p:spPr>
      </p:sp>
      <p:sp>
        <p:nvSpPr>
          <p:cNvPr id="35" name="Text 33"/>
          <p:cNvSpPr/>
          <p:nvPr/>
        </p:nvSpPr>
        <p:spPr>
          <a:xfrm>
            <a:off x="3538728" y="4828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538728" y="5138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+ backup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35040" y="434340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1B265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434340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reads Rojo, never Git.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Rojo plugin talking to rojo serve is the only path code takes into Studio.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3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vs Rojo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151E47"/>
          </a:solidFill>
          <a:ln w="12700">
            <a:solidFill>
              <a:srgbClr val="2A38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48840"/>
            <a:ext cx="502920" cy="50292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1691640" y="21671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(the bridge)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4128" y="28803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Rojo plugin talks to the Rojo server and pulls your .luau files straight into Studio's Explorer. This is what makes files appear.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24128" y="3657600"/>
            <a:ext cx="4443984" cy="411480"/>
          </a:xfrm>
          <a:prstGeom prst="roundRect">
            <a:avLst>
              <a:gd name="adj" fmla="val 22222"/>
            </a:avLst>
          </a:prstGeom>
          <a:solidFill>
            <a:srgbClr val="1B265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3657600"/>
            <a:ext cx="4443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 →  Roblox Studio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151E47"/>
          </a:solidFill>
          <a:ln w="12700">
            <a:solidFill>
              <a:srgbClr val="2A38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0" y="2148840"/>
            <a:ext cx="502920" cy="502920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12" name="Text 10"/>
          <p:cNvSpPr/>
          <p:nvPr/>
        </p:nvSpPr>
        <p:spPr>
          <a:xfrm>
            <a:off x="7360920" y="21671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93408" y="28803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for your text files — undo, branches, backup online. Handy, but Studio has no idea Git exists.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93408" y="3657600"/>
            <a:ext cx="4443984" cy="411480"/>
          </a:xfrm>
          <a:prstGeom prst="roundRect">
            <a:avLst>
              <a:gd name="adj" fmla="val 22222"/>
            </a:avLst>
          </a:prstGeom>
          <a:solidFill>
            <a:srgbClr val="1B265A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3657600"/>
            <a:ext cx="4443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 →  your files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2A2310"/>
          </a:solidFill>
          <a:ln w="19050">
            <a:solidFill>
              <a:srgbClr val="FFD2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70916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I have Git, why doesn't Studio just read it?”
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only stores text files — Studio has no idea Git exists. Rojo is the bridge that pushes files in. Git runs alongside purely to save your work. Publishing is a separate, manual step in Studio.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3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ILLUSTRATED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it up in 6 steps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325880"/>
          </a:xfrm>
          <a:prstGeom prst="roundRect">
            <a:avLst>
              <a:gd name="adj" fmla="val 8276"/>
            </a:avLst>
          </a:prstGeom>
          <a:solidFill>
            <a:srgbClr val="151E47"/>
          </a:solidFill>
          <a:ln w="12700">
            <a:solidFill>
              <a:srgbClr val="2A38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93976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09397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28800" y="1984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two Cursor extensions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828800" y="233172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(Cmd+Shift+X): install Rojo by evaera (red logo) AND Lua by sumneko.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212080" cy="1325880"/>
          </a:xfrm>
          <a:prstGeom prst="roundRect">
            <a:avLst>
              <a:gd name="adj" fmla="val 8276"/>
            </a:avLst>
          </a:prstGeom>
          <a:solidFill>
            <a:srgbClr val="151E47"/>
          </a:solidFill>
          <a:ln w="12700">
            <a:solidFill>
              <a:srgbClr val="2A38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01968" y="2093976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FF3DB0"/>
          </a:solidFill>
          <a:ln/>
        </p:spPr>
      </p:sp>
      <p:sp>
        <p:nvSpPr>
          <p:cNvPr id="11" name="Text 9"/>
          <p:cNvSpPr/>
          <p:nvPr/>
        </p:nvSpPr>
        <p:spPr>
          <a:xfrm>
            <a:off x="6601968" y="209397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498080" y="1984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+ check the Rojo CLI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498080" y="233172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terminal: rokit add rojo-rbx/rojo. Run rojo --version and write the number down.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5212080" cy="1325880"/>
          </a:xfrm>
          <a:prstGeom prst="roundRect">
            <a:avLst>
              <a:gd name="adj" fmla="val 8276"/>
            </a:avLst>
          </a:prstGeom>
          <a:solidFill>
            <a:srgbClr val="151E47"/>
          </a:solidFill>
          <a:ln w="12700">
            <a:solidFill>
              <a:srgbClr val="2A38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3557016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00E5FF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55701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828800" y="34472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server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828800" y="379476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rojo serve. It listens on localhost:34872. Leave the terminal running.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246120"/>
            <a:ext cx="5212080" cy="1325880"/>
          </a:xfrm>
          <a:prstGeom prst="roundRect">
            <a:avLst>
              <a:gd name="adj" fmla="val 8276"/>
            </a:avLst>
          </a:prstGeom>
          <a:solidFill>
            <a:srgbClr val="151E47"/>
          </a:solidFill>
          <a:ln w="12700">
            <a:solidFill>
              <a:srgbClr val="2A38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01968" y="3557016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FF3DB0"/>
          </a:solidFill>
          <a:ln/>
        </p:spPr>
      </p:sp>
      <p:sp>
        <p:nvSpPr>
          <p:cNvPr id="21" name="Text 19"/>
          <p:cNvSpPr/>
          <p:nvPr/>
        </p:nvSpPr>
        <p:spPr>
          <a:xfrm>
            <a:off x="6601968" y="355701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498080" y="34472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Rojo plugin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498080" y="379476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rojo plugin install (matches your CLI). Fully quit + reopen Roblox Studio.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709160"/>
            <a:ext cx="5212080" cy="1325880"/>
          </a:xfrm>
          <a:prstGeom prst="roundRect">
            <a:avLst>
              <a:gd name="adj" fmla="val 8276"/>
            </a:avLst>
          </a:prstGeom>
          <a:solidFill>
            <a:srgbClr val="151E47"/>
          </a:solidFill>
          <a:ln w="12700">
            <a:solidFill>
              <a:srgbClr val="2A38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32688" y="5020056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00E5FF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502005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828800" y="4910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versions + Connect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828800" y="525780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tab -&gt; Rojo. Panel version MUST equal rojo --version. Then click Connect.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4709160"/>
            <a:ext cx="5212080" cy="1325880"/>
          </a:xfrm>
          <a:prstGeom prst="roundRect">
            <a:avLst>
              <a:gd name="adj" fmla="val 8276"/>
            </a:avLst>
          </a:prstGeom>
          <a:solidFill>
            <a:srgbClr val="151E47"/>
          </a:solidFill>
          <a:ln w="12700">
            <a:solidFill>
              <a:srgbClr val="2A38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01968" y="5020056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FF3DB0"/>
          </a:solidFill>
          <a:ln/>
        </p:spPr>
      </p:sp>
      <p:sp>
        <p:nvSpPr>
          <p:cNvPr id="31" name="Text 29"/>
          <p:cNvSpPr/>
          <p:nvPr/>
        </p:nvSpPr>
        <p:spPr>
          <a:xfrm>
            <a:off x="6601968" y="502005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7498080" y="4910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sync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498080" y="525780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Explorer: your src/ files appear under mapped services. Add a print, save, test.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3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FIRST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things everyone hits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241016"/>
          </a:solidFill>
          <a:ln w="19050">
            <a:solidFill>
              <a:srgbClr val="FF4D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mismatch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Rojo CLI and the Studio plugin must be the EXACT same version, or Connect fails with 'protocol mismatch'.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306324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51E4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  7.7.0-rc.1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71800" y="30632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F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83280" y="306324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151E47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3063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3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  7.7.0-rc.1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78308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2A2310"/>
          </a:solidFill>
          <a:ln w="19050">
            <a:solidFill>
              <a:srgbClr val="FFD2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 ≠  sync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83680" y="23774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only means Studio can talk to Rojo. Rojo only syncs files mapped in default.project.json — everything else is invisible.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31546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put code in src/server, src/client, or src/shared with the right .server / .client / .luau name.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fixes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4434840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1B265A"/>
          </a:solidFill>
          <a:ln w="6350">
            <a:solidFill>
              <a:srgbClr val="2A38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34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“Protocol mismatch”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120640" y="44348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CLI = plugin version, restart Studio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946904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151E47"/>
          </a:solidFill>
          <a:ln w="6350">
            <a:solidFill>
              <a:srgbClr val="2A38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9469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but Explorer empty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120640" y="494690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files under a mapped $path folder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458968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1B265A"/>
          </a:solidFill>
          <a:ln w="6350">
            <a:solidFill>
              <a:srgbClr val="2A38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4589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script type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120640" y="545896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suffix: .server / .client / .luau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971032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151E47"/>
          </a:solidFill>
          <a:ln w="6350">
            <a:solidFill>
              <a:srgbClr val="2A38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9710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updates on save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120640" y="597103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rojo serve, click Connect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3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'I CONNECTED BUT SEE NO FILES' FIX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sync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035040" cy="4023360"/>
          </a:xfrm>
          <a:prstGeom prst="roundRect">
            <a:avLst>
              <a:gd name="adj" fmla="val 2727"/>
            </a:avLst>
          </a:prstGeom>
          <a:solidFill>
            <a:srgbClr val="05081A"/>
          </a:solidFill>
          <a:ln w="12700">
            <a:solidFill>
              <a:srgbClr val="2A38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5577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3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ServerScriptService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Server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├─ Main          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BB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src/server/Main.server.luau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 CoinSpawner   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BB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src/server/CoinSpawner.server.luau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3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ReplicatedStorage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Shared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 GameConfig    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BB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src/shared/GameConfig.luau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3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StarterPlayer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StarterPlayerScripts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 Client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└─ Main     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BB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src/client/Main.client.luau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4944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names decide the script type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949440" y="233172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151E47"/>
          </a:solidFill>
          <a:ln w="6350">
            <a:solidFill>
              <a:srgbClr val="2A38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24048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Main.server.luau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132320" y="26609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(server)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3081528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151E47"/>
          </a:solidFill>
          <a:ln w="6350">
            <a:solidFill>
              <a:srgbClr val="2A38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3154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3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Main.client.luau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132320" y="34107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LocalScript (player)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3831336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151E47"/>
          </a:solidFill>
          <a:ln w="6350">
            <a:solidFill>
              <a:srgbClr val="2A38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39044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GameConfig.luau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4160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ModuleScript (shared)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4581144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151E47"/>
          </a:solidFill>
          <a:ln w="6350">
            <a:solidFill>
              <a:srgbClr val="2A38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46542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F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init.luau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32320" y="49103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becomes a module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0" y="5349240"/>
            <a:ext cx="4572000" cy="822960"/>
          </a:xfrm>
          <a:prstGeom prst="roundRect">
            <a:avLst>
              <a:gd name="adj" fmla="val 11111"/>
            </a:avLst>
          </a:prstGeom>
          <a:solidFill>
            <a:srgbClr val="0E2A1E"/>
          </a:solidFill>
          <a:ln w="12700">
            <a:solidFill>
              <a:srgbClr val="23F0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53492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3F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test: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print("Hello from Rojo") to Main.server.luau, save, press Play — see it in Output.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3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CODING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loop &amp; Git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1874520" cy="868680"/>
          </a:xfrm>
          <a:prstGeom prst="roundRect">
            <a:avLst>
              <a:gd name="adj" fmla="val 12632"/>
            </a:avLst>
          </a:prstGeom>
          <a:solidFill>
            <a:srgbClr val="151E47"/>
          </a:solidFill>
          <a:ln w="12700">
            <a:solidFill>
              <a:srgbClr val="2A38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130552"/>
            <a:ext cx="182880" cy="182880"/>
          </a:xfrm>
          <a:prstGeom prst="ellipse">
            <a:avLst/>
          </a:prstGeom>
          <a:solidFill>
            <a:srgbClr val="8A5BFF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783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 Cursor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70048" y="2221992"/>
            <a:ext cx="256032" cy="0"/>
          </a:xfrm>
          <a:prstGeom prst="line">
            <a:avLst/>
          </a:prstGeom>
          <a:noFill/>
          <a:ln w="38100">
            <a:solidFill>
              <a:srgbClr val="FF3DB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44368" y="1783080"/>
            <a:ext cx="1874520" cy="868680"/>
          </a:xfrm>
          <a:prstGeom prst="roundRect">
            <a:avLst>
              <a:gd name="adj" fmla="val 12632"/>
            </a:avLst>
          </a:prstGeom>
          <a:solidFill>
            <a:srgbClr val="151E47"/>
          </a:solidFill>
          <a:ln w="12700">
            <a:solidFill>
              <a:srgbClr val="2A38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45536" y="2130552"/>
            <a:ext cx="182880" cy="18288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3355848" y="1783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37176" y="2221992"/>
            <a:ext cx="256032" cy="0"/>
          </a:xfrm>
          <a:prstGeom prst="line">
            <a:avLst/>
          </a:prstGeom>
          <a:noFill/>
          <a:ln w="38100">
            <a:solidFill>
              <a:srgbClr val="FF3DB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11496" y="1783080"/>
            <a:ext cx="1874520" cy="868680"/>
          </a:xfrm>
          <a:prstGeom prst="roundRect">
            <a:avLst>
              <a:gd name="adj" fmla="val 12632"/>
            </a:avLst>
          </a:prstGeom>
          <a:solidFill>
            <a:srgbClr val="151E47"/>
          </a:solidFill>
          <a:ln w="12700">
            <a:solidFill>
              <a:srgbClr val="2A38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12664" y="2130552"/>
            <a:ext cx="182880" cy="182880"/>
          </a:xfrm>
          <a:prstGeom prst="ellipse">
            <a:avLst/>
          </a:prstGeom>
          <a:solidFill>
            <a:srgbClr val="FF3DB0"/>
          </a:solidFill>
          <a:ln/>
        </p:spPr>
      </p:sp>
      <p:sp>
        <p:nvSpPr>
          <p:cNvPr id="14" name="Text 12"/>
          <p:cNvSpPr/>
          <p:nvPr/>
        </p:nvSpPr>
        <p:spPr>
          <a:xfrm>
            <a:off x="5522976" y="1783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 Studio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04304" y="2221992"/>
            <a:ext cx="256032" cy="0"/>
          </a:xfrm>
          <a:prstGeom prst="line">
            <a:avLst/>
          </a:prstGeom>
          <a:noFill/>
          <a:ln w="38100">
            <a:solidFill>
              <a:srgbClr val="FF3DB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78624" y="1783080"/>
            <a:ext cx="1874520" cy="868680"/>
          </a:xfrm>
          <a:prstGeom prst="roundRect">
            <a:avLst>
              <a:gd name="adj" fmla="val 12632"/>
            </a:avLst>
          </a:prstGeom>
          <a:solidFill>
            <a:srgbClr val="151E47"/>
          </a:solidFill>
          <a:ln w="12700">
            <a:solidFill>
              <a:srgbClr val="2A38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79792" y="2130552"/>
            <a:ext cx="182880" cy="182880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18" name="Text 16"/>
          <p:cNvSpPr/>
          <p:nvPr/>
        </p:nvSpPr>
        <p:spPr>
          <a:xfrm>
            <a:off x="7690104" y="1783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71432" y="2221992"/>
            <a:ext cx="256032" cy="0"/>
          </a:xfrm>
          <a:prstGeom prst="line">
            <a:avLst/>
          </a:prstGeom>
          <a:noFill/>
          <a:ln w="38100">
            <a:solidFill>
              <a:srgbClr val="FF3DB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445752" y="1783080"/>
            <a:ext cx="1874520" cy="868680"/>
          </a:xfrm>
          <a:prstGeom prst="roundRect">
            <a:avLst>
              <a:gd name="adj" fmla="val 12632"/>
            </a:avLst>
          </a:prstGeom>
          <a:solidFill>
            <a:srgbClr val="151E47"/>
          </a:solidFill>
          <a:ln w="12700">
            <a:solidFill>
              <a:srgbClr val="2A38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46920" y="2130552"/>
            <a:ext cx="182880" cy="182880"/>
          </a:xfrm>
          <a:prstGeom prst="ellipse">
            <a:avLst/>
          </a:prstGeom>
          <a:solidFill>
            <a:srgbClr val="23F0A0"/>
          </a:solidFill>
          <a:ln/>
        </p:spPr>
      </p:sp>
      <p:sp>
        <p:nvSpPr>
          <p:cNvPr id="22" name="Text 20"/>
          <p:cNvSpPr/>
          <p:nvPr/>
        </p:nvSpPr>
        <p:spPr>
          <a:xfrm>
            <a:off x="9857232" y="1783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3063240"/>
            <a:ext cx="10698480" cy="1965960"/>
          </a:xfrm>
          <a:prstGeom prst="roundRect">
            <a:avLst>
              <a:gd name="adj" fmla="val 4651"/>
            </a:avLst>
          </a:prstGeom>
          <a:solidFill>
            <a:srgbClr val="05081A"/>
          </a:solidFill>
          <a:ln w="12700">
            <a:solidFill>
              <a:srgbClr val="2A387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51560" y="329184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5" name="Shape 23"/>
          <p:cNvSpPr/>
          <p:nvPr/>
        </p:nvSpPr>
        <p:spPr>
          <a:xfrm>
            <a:off x="1280160" y="329184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6" name="Shape 24"/>
          <p:cNvSpPr/>
          <p:nvPr/>
        </p:nvSpPr>
        <p:spPr>
          <a:xfrm>
            <a:off x="1508760" y="329184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3611880"/>
            <a:ext cx="10241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F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~/roblox-cursor-starter $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F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~/roblox-cursor-starter $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"Make coins worth 5"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BB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[dev a1b2c3d] Make coins worth 5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F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~/roblox-cursor-starter $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BB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pushed to GitHub. Tested in Studio.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77240" y="5257800"/>
            <a:ext cx="10698480" cy="685800"/>
          </a:xfrm>
          <a:prstGeom prst="roundRect">
            <a:avLst>
              <a:gd name="adj" fmla="val 13333"/>
            </a:avLst>
          </a:prstGeom>
          <a:solidFill>
            <a:srgbClr val="0E2A1E"/>
          </a:solidFill>
          <a:ln w="12700">
            <a:solidFill>
              <a:srgbClr val="23F0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2578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F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safe:  </a:t>
            </a:r>
            <a:pPr indent="0" marL="0">
              <a:buNone/>
            </a:pPr>
            <a:r>
              <a:rPr lang="en-US" sz="12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keys, no auto-publish, never use your .ROBLOSECURITY cookie. Publish manually via File → Publish to Roblox.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3474720"/>
            <a:ext cx="5486400" cy="5486400"/>
          </a:xfrm>
          <a:prstGeom prst="ellipse">
            <a:avLst/>
          </a:prstGeom>
          <a:solidFill>
            <a:srgbClr val="FF3DB0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E5F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9456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Match. Serve. Connect. Sync. Ship.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49808" y="33375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version on both sides, run rojo serve, connect the plugin, confirm files land in Explorer, commit with Git. That's the whole rig.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9808" y="4526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tell Cursor's AI what game you want — obby, tycoon, simulator — and build it on the baseplate, one saved file at a time.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illustrated guide: README.md + docs/index.html in the starter repo.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Roblox Dev Rig Setup</dc:title>
  <dc:subject>PptxGenJS Presentation</dc:subject>
  <dc:creator>Roblox Dev Rig</dc:creator>
  <cp:lastModifiedBy>Roblox Dev Rig</cp:lastModifiedBy>
  <cp:revision>1</cp:revision>
  <dcterms:created xsi:type="dcterms:W3CDTF">2026-07-01T00:44:55Z</dcterms:created>
  <dcterms:modified xsi:type="dcterms:W3CDTF">2026-07-01T00:44:55Z</dcterms:modified>
</cp:coreProperties>
</file>