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8A5BFF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4114800"/>
            <a:ext cx="4114800" cy="4114800"/>
          </a:xfrm>
          <a:prstGeom prst="ellipse">
            <a:avLst/>
          </a:prstGeom>
          <a:solidFill>
            <a:srgbClr val="00E5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720000">
            <a:off x="822960" y="9144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0E5FF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288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ROBLOX DEV RIG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games like a pro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58368" y="4023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+ AI  ·  Git  ·  Rojo live-sync  ·  Roblox Studio  ·  Studio MCP (Cursor sees your live game)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498348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5129784"/>
            <a:ext cx="164592" cy="164592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4983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(AI)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54680" y="49834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9272" y="5129784"/>
            <a:ext cx="164592" cy="164592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3" name="Text 11"/>
          <p:cNvSpPr/>
          <p:nvPr/>
        </p:nvSpPr>
        <p:spPr>
          <a:xfrm>
            <a:off x="3538728" y="4983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68112" y="49834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32704" y="5129784"/>
            <a:ext cx="164592" cy="164592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16" name="Text 14"/>
          <p:cNvSpPr/>
          <p:nvPr/>
        </p:nvSpPr>
        <p:spPr>
          <a:xfrm>
            <a:off x="5852160" y="4983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sync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1544" y="498348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46136" y="5129784"/>
            <a:ext cx="164592" cy="164592"/>
          </a:xfrm>
          <a:prstGeom prst="ellipse">
            <a:avLst/>
          </a:prstGeom>
          <a:solidFill>
            <a:srgbClr val="FF3DB0"/>
          </a:solidFill>
          <a:ln/>
        </p:spPr>
      </p:sp>
      <p:sp>
        <p:nvSpPr>
          <p:cNvPr id="19" name="Text 17"/>
          <p:cNvSpPr/>
          <p:nvPr/>
        </p:nvSpPr>
        <p:spPr>
          <a:xfrm>
            <a:off x="8165592" y="4983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058400" y="49834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22992" y="5129784"/>
            <a:ext cx="164592" cy="164592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442448" y="49834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setup playbook for a 14+ creator learning Luau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tools, four jobs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640080" cy="640080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20939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83080" y="2331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7552" y="29718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code editor. Write Luau and ask the AI to explain, fix, and build. Add the Rojo (evaera) + Lua (sumneko) extensions.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9400" y="2103120"/>
            <a:ext cx="640080" cy="640080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452360" y="20939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/ HISTORY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52360" y="2331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656832" y="29718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control. Saves every change, lets you undo anything, backs the project up online. Studio never reads this.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25196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0120" y="4572000"/>
            <a:ext cx="640080" cy="640080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783080" y="45628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783080" y="4800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87552" y="544068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 server + a Studio plugin. Together they live-sync your .luau files into Studio the instant you hit save.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425196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29400" y="4572000"/>
            <a:ext cx="640080" cy="640080"/>
          </a:xfrm>
          <a:prstGeom prst="ellipse">
            <a:avLst/>
          </a:prstGeom>
          <a:solidFill>
            <a:srgbClr val="FF3DB0"/>
          </a:solidFill>
          <a:ln/>
        </p:spPr>
      </p:sp>
      <p:sp>
        <p:nvSpPr>
          <p:cNvPr id="24" name="Text 22"/>
          <p:cNvSpPr/>
          <p:nvPr/>
        </p:nvSpPr>
        <p:spPr>
          <a:xfrm>
            <a:off x="662940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452360" y="45628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52360" y="4800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Roblox Studio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656832" y="544068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game runs on a baseplate. Build the world, press Play to test, publish it yourself when ready.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TOGETHER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keystroke to game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pushes your code IN: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32204" y="2112264"/>
            <a:ext cx="256032" cy="256032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386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6426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.luau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52928" y="2441448"/>
            <a:ext cx="457200" cy="0"/>
          </a:xfrm>
          <a:prstGeom prst="line">
            <a:avLst/>
          </a:prstGeom>
          <a:noFill/>
          <a:ln w="38100">
            <a:solidFill>
              <a:srgbClr val="FFD23F"/>
            </a:solidFill>
            <a:prstDash val="dash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560320" y="20574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serve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7560" y="19659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83964" y="2112264"/>
            <a:ext cx="256032" cy="256032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2386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CLI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37560" y="26426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localhost:34872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504688" y="2441448"/>
            <a:ext cx="457200" cy="0"/>
          </a:xfrm>
          <a:prstGeom prst="line">
            <a:avLst/>
          </a:prstGeom>
          <a:noFill/>
          <a:ln w="38100">
            <a:solidFill>
              <a:srgbClr val="00E5FF"/>
            </a:solidFill>
            <a:prstDash val="dash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212080" y="20574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0" y="19659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35724" y="2112264"/>
            <a:ext cx="256032" cy="256032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19" name="Text 17"/>
          <p:cNvSpPr/>
          <p:nvPr/>
        </p:nvSpPr>
        <p:spPr>
          <a:xfrm>
            <a:off x="5989320" y="2386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plugin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89320" y="26426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files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56448" y="2441448"/>
            <a:ext cx="457200" cy="0"/>
          </a:xfrm>
          <a:prstGeom prst="line">
            <a:avLst/>
          </a:prstGeom>
          <a:noFill/>
          <a:ln w="38100">
            <a:solidFill>
              <a:srgbClr val="FF3DB0"/>
            </a:solidFill>
            <a:prstDash val="dash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7863840" y="20574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641080" y="19659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87484" y="2112264"/>
            <a:ext cx="256032" cy="256032"/>
          </a:xfrm>
          <a:prstGeom prst="ellipse">
            <a:avLst/>
          </a:prstGeom>
          <a:solidFill>
            <a:srgbClr val="FF3DB0"/>
          </a:solidFill>
          <a:ln/>
        </p:spPr>
      </p:sp>
      <p:sp>
        <p:nvSpPr>
          <p:cNvPr id="25" name="Text 23"/>
          <p:cNvSpPr/>
          <p:nvPr/>
        </p:nvSpPr>
        <p:spPr>
          <a:xfrm>
            <a:off x="8641080" y="2386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41080" y="26426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+ publish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" y="3246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3F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saves on the side (optional):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" y="35661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632204" y="3712464"/>
            <a:ext cx="256032" cy="256032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9867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" y="42428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file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852928" y="4041648"/>
            <a:ext cx="457200" cy="0"/>
          </a:xfrm>
          <a:prstGeom prst="line">
            <a:avLst/>
          </a:prstGeom>
          <a:noFill/>
          <a:ln w="38100">
            <a:solidFill>
              <a:srgbClr val="23F0A0"/>
            </a:solidFill>
            <a:prstDash val="dash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2560320" y="36576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F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37560" y="35661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283964" y="3712464"/>
            <a:ext cx="256032" cy="256032"/>
          </a:xfrm>
          <a:prstGeom prst="ellipse">
            <a:avLst/>
          </a:prstGeom>
          <a:solidFill>
            <a:srgbClr val="23F0A0"/>
          </a:solidFill>
          <a:ln/>
        </p:spPr>
      </p:sp>
      <p:sp>
        <p:nvSpPr>
          <p:cNvPr id="36" name="Text 34"/>
          <p:cNvSpPr/>
          <p:nvPr/>
        </p:nvSpPr>
        <p:spPr>
          <a:xfrm>
            <a:off x="3337560" y="39867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337560" y="42428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backup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5800" y="4846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5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reads the live game OUT — the new superpower: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85800" y="51663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632204" y="5312664"/>
            <a:ext cx="256032" cy="256032"/>
          </a:xfrm>
          <a:prstGeom prst="ellipse">
            <a:avLst/>
          </a:prstGeom>
          <a:solidFill>
            <a:srgbClr val="FF3DB0"/>
          </a:solidFill>
          <a:ln/>
        </p:spPr>
      </p:sp>
      <p:sp>
        <p:nvSpPr>
          <p:cNvPr id="41" name="Text 39"/>
          <p:cNvSpPr/>
          <p:nvPr/>
        </p:nvSpPr>
        <p:spPr>
          <a:xfrm>
            <a:off x="685800" y="55869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85800" y="58430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52928" y="5641848"/>
            <a:ext cx="457200" cy="0"/>
          </a:xfrm>
          <a:prstGeom prst="line">
            <a:avLst/>
          </a:prstGeom>
          <a:noFill/>
          <a:ln w="38100">
            <a:solidFill>
              <a:srgbClr val="8A5BFF"/>
            </a:solidFill>
            <a:prstDash val="dash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2560320" y="52578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5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reads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337560" y="51663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283964" y="5312664"/>
            <a:ext cx="256032" cy="256032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47" name="Text 45"/>
          <p:cNvSpPr/>
          <p:nvPr/>
        </p:nvSpPr>
        <p:spPr>
          <a:xfrm>
            <a:off x="3337560" y="55869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3337560" y="58430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tools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504688" y="5641848"/>
            <a:ext cx="457200" cy="0"/>
          </a:xfrm>
          <a:prstGeom prst="line">
            <a:avLst/>
          </a:prstGeom>
          <a:noFill/>
          <a:ln w="38100">
            <a:solidFill>
              <a:srgbClr val="8A5BFF"/>
            </a:solidFill>
            <a:prstDash val="dash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5212080" y="52578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5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all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0" y="516636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935724" y="5312664"/>
            <a:ext cx="256032" cy="256032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53" name="Text 51"/>
          <p:cNvSpPr/>
          <p:nvPr/>
        </p:nvSpPr>
        <p:spPr>
          <a:xfrm>
            <a:off x="5989320" y="55869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989320" y="584301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everything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CONCEPT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vs Rojo (and MCP)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03120"/>
            <a:ext cx="502920" cy="502920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6" name="Text 4"/>
          <p:cNvSpPr/>
          <p:nvPr/>
        </p:nvSpPr>
        <p:spPr>
          <a:xfrm>
            <a:off x="1691640" y="212140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(the bridge)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24128" y="2788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Rojo plugin talks to the Rojo server and pulls your .luau files straight into Studio's Explorer.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24128" y="3474720"/>
            <a:ext cx="4443984" cy="384048"/>
          </a:xfrm>
          <a:prstGeom prst="roundRect">
            <a:avLst>
              <a:gd name="adj" fmla="val 23810"/>
            </a:avLst>
          </a:prstGeom>
          <a:solidFill>
            <a:srgbClr val="1B265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3474720"/>
            <a:ext cx="4443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Talks to  -&gt;  Roblox Studio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2103120"/>
            <a:ext cx="502920" cy="502920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2" name="Text 10"/>
          <p:cNvSpPr/>
          <p:nvPr/>
        </p:nvSpPr>
        <p:spPr>
          <a:xfrm>
            <a:off x="7360920" y="212140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693408" y="2788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for your text files - undo, branches, backup online. Studio has no idea Git exists.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693408" y="3474720"/>
            <a:ext cx="4443984" cy="384048"/>
          </a:xfrm>
          <a:prstGeom prst="roundRect">
            <a:avLst>
              <a:gd name="adj" fmla="val 23810"/>
            </a:avLst>
          </a:prstGeom>
          <a:solidFill>
            <a:srgbClr val="1B265A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93408" y="3474720"/>
            <a:ext cx="4443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Talks to  -&gt;  your files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16103A"/>
          </a:solidFill>
          <a:ln w="19050">
            <a:solidFill>
              <a:srgbClr val="8A5B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434840"/>
            <a:ext cx="10332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9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...and the MCP goes the OTHER way.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pushes your files INTO Studio. The Roblox Studio MCP lets Cursor read the LIVE game back OUT - the parts, models, UI, and scripts already inside the .rbxl that Rojo can't see. Together, Cursor finally sees the whole picture.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ILLUSTRATED WALKTHROUGH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it up in 6 steps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1325880"/>
          </a:xfrm>
          <a:prstGeom prst="roundRect">
            <a:avLst>
              <a:gd name="adj" fmla="val 8276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93976"/>
            <a:ext cx="713232" cy="713232"/>
          </a:xfrm>
          <a:prstGeom prst="roundRect">
            <a:avLst>
              <a:gd name="adj" fmla="val 17949"/>
            </a:avLst>
          </a:prstGeom>
          <a:solidFill>
            <a:srgbClr val="00E5F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9397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19842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Cursor extensions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828800" y="233172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(Cmd+Shift+X): install Rojo by evaera (red logo) AND Lua by sumneko.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212080" cy="1325880"/>
          </a:xfrm>
          <a:prstGeom prst="roundRect">
            <a:avLst>
              <a:gd name="adj" fmla="val 8276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093976"/>
            <a:ext cx="713232" cy="713232"/>
          </a:xfrm>
          <a:prstGeom prst="roundRect">
            <a:avLst>
              <a:gd name="adj" fmla="val 17949"/>
            </a:avLst>
          </a:prstGeom>
          <a:solidFill>
            <a:srgbClr val="FF3DB0"/>
          </a:solidFill>
          <a:ln/>
        </p:spPr>
      </p:sp>
      <p:sp>
        <p:nvSpPr>
          <p:cNvPr id="11" name="Text 9"/>
          <p:cNvSpPr/>
          <p:nvPr/>
        </p:nvSpPr>
        <p:spPr>
          <a:xfrm>
            <a:off x="6601968" y="209397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498080" y="19842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check the Rojo CLI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498080" y="233172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terminal: rokit add rojo-rbx/rojo. Run rojo --version and write the number down.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5212080" cy="1325880"/>
          </a:xfrm>
          <a:prstGeom prst="roundRect">
            <a:avLst>
              <a:gd name="adj" fmla="val 8276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557016"/>
            <a:ext cx="713232" cy="713232"/>
          </a:xfrm>
          <a:prstGeom prst="roundRect">
            <a:avLst>
              <a:gd name="adj" fmla="val 17949"/>
            </a:avLst>
          </a:prstGeom>
          <a:solidFill>
            <a:srgbClr val="00E5FF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5570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828800" y="34472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server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828800" y="379476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rojo serve. It listens on localhost:34872. Leave the terminal running.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246120"/>
            <a:ext cx="5212080" cy="1325880"/>
          </a:xfrm>
          <a:prstGeom prst="roundRect">
            <a:avLst>
              <a:gd name="adj" fmla="val 8276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01968" y="3557016"/>
            <a:ext cx="713232" cy="713232"/>
          </a:xfrm>
          <a:prstGeom prst="roundRect">
            <a:avLst>
              <a:gd name="adj" fmla="val 17949"/>
            </a:avLst>
          </a:prstGeom>
          <a:solidFill>
            <a:srgbClr val="FF3DB0"/>
          </a:solidFill>
          <a:ln/>
        </p:spPr>
      </p:sp>
      <p:sp>
        <p:nvSpPr>
          <p:cNvPr id="21" name="Text 19"/>
          <p:cNvSpPr/>
          <p:nvPr/>
        </p:nvSpPr>
        <p:spPr>
          <a:xfrm>
            <a:off x="6601968" y="35570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498080" y="34472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Rojo plugin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498080" y="379476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rojo plugin install (matches your CLI). Fully quit + reopen Roblox Studio.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5212080" cy="1325880"/>
          </a:xfrm>
          <a:prstGeom prst="roundRect">
            <a:avLst>
              <a:gd name="adj" fmla="val 8276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32688" y="5020056"/>
            <a:ext cx="713232" cy="713232"/>
          </a:xfrm>
          <a:prstGeom prst="roundRect">
            <a:avLst>
              <a:gd name="adj" fmla="val 17949"/>
            </a:avLst>
          </a:prstGeom>
          <a:solidFill>
            <a:srgbClr val="00E5FF"/>
          </a:solidFill>
          <a:ln/>
        </p:spPr>
      </p:sp>
      <p:sp>
        <p:nvSpPr>
          <p:cNvPr id="26" name="Text 24"/>
          <p:cNvSpPr/>
          <p:nvPr/>
        </p:nvSpPr>
        <p:spPr>
          <a:xfrm>
            <a:off x="932688" y="502005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828800" y="4910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versions + Connect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828800" y="525780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tab -&gt; Rojo. Panel version MUST equal rojo --version. Then click Connect.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4709160"/>
            <a:ext cx="5212080" cy="1325880"/>
          </a:xfrm>
          <a:prstGeom prst="roundRect">
            <a:avLst>
              <a:gd name="adj" fmla="val 8276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01968" y="5020056"/>
            <a:ext cx="713232" cy="713232"/>
          </a:xfrm>
          <a:prstGeom prst="roundRect">
            <a:avLst>
              <a:gd name="adj" fmla="val 17949"/>
            </a:avLst>
          </a:prstGeom>
          <a:solidFill>
            <a:srgbClr val="FF3DB0"/>
          </a:solidFill>
          <a:ln/>
        </p:spPr>
      </p:sp>
      <p:sp>
        <p:nvSpPr>
          <p:cNvPr id="31" name="Text 29"/>
          <p:cNvSpPr/>
          <p:nvPr/>
        </p:nvSpPr>
        <p:spPr>
          <a:xfrm>
            <a:off x="6601968" y="502005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7498080" y="4910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+ enable MCP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98080" y="525780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Explorer for your src/ files. Then enable the Studio MCP (next slides).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things everyone hits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241016"/>
          </a:solidFill>
          <a:ln w="19050">
            <a:solidFill>
              <a:srgbClr val="FF4D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mismatch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Rojo CLI and the Studio plugin must be the EXACT same version, or Connect fails with 'protocol mismatch'.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51E4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063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  7.7.0-rc.1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71800" y="30632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3F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30632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151E47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3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  7.7.0-rc.1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78308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2A2310"/>
          </a:solidFill>
          <a:ln w="19050">
            <a:solidFill>
              <a:srgbClr val="FFD2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 is not  sync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83680" y="2377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only means Studio can talk to Rojo. Rojo only syncs files mapped in default.project.json - everything else is invisible.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0" y="3154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put code in src/server, src/client, or src/shared with the right .server / .client / .luau name.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fixes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4434840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B265A"/>
          </a:solidFill>
          <a:ln w="6350">
            <a:solidFill>
              <a:srgbClr val="2A38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34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“Protocol mismatch”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0" y="44348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CLI = plugin version, restart Studio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946904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51E47"/>
          </a:solidFill>
          <a:ln w="6350">
            <a:solidFill>
              <a:srgbClr val="2A38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469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but Explorer empty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0" y="494690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files under a mapped $path folder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458968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B265A"/>
          </a:solidFill>
          <a:ln w="6350">
            <a:solidFill>
              <a:srgbClr val="2A387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4589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script type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0" y="545896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suffix: .server / .client / .luau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971032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51E47"/>
          </a:solidFill>
          <a:ln w="6350">
            <a:solidFill>
              <a:srgbClr val="2A38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9710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can't see Roblox_Studio MCP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0" y="597103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Studio MCP + connect Cursor, restart Cursor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'I CONNECTED BUT SEE NO FILES' FIX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sync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035040" cy="4023360"/>
          </a:xfrm>
          <a:prstGeom prst="roundRect">
            <a:avLst>
              <a:gd name="adj" fmla="val 2727"/>
            </a:avLst>
          </a:prstGeom>
          <a:solidFill>
            <a:srgbClr val="05081A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3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ServerScriptService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Server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Main          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src/server/Main.server.luau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└─ CoinSpawner   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src/server/CoinSpawner.server.luau
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3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ReplicatedStorage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Shared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└─ GameConfig    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src/shared/GameConfig.luau
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3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StarterPlayer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StarterPlayerScripts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└─ Client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└─ Main     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BB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src/client/Main.client.luau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494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 decide the script type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949440" y="2331720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151E47"/>
          </a:solidFill>
          <a:ln w="6350">
            <a:solidFill>
              <a:srgbClr val="2A38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24048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Main.server.luau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132320" y="26609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(server)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3081528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151E47"/>
          </a:solidFill>
          <a:ln w="6350">
            <a:solidFill>
              <a:srgbClr val="2A38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3154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Main.client.luau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132320" y="34107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LocalScript (player)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949440" y="3831336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151E47"/>
          </a:solidFill>
          <a:ln w="6350">
            <a:solidFill>
              <a:srgbClr val="2A38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39044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GameConfig.luau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ModuleScript (shared)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4581144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151E47"/>
          </a:solidFill>
          <a:ln w="6350">
            <a:solidFill>
              <a:srgbClr val="2A38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0" y="46542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F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init.luau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132320" y="4910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becomes a module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49440" y="5349240"/>
            <a:ext cx="4572000" cy="822960"/>
          </a:xfrm>
          <a:prstGeom prst="roundRect">
            <a:avLst>
              <a:gd name="adj" fmla="val 11111"/>
            </a:avLst>
          </a:prstGeom>
          <a:solidFill>
            <a:srgbClr val="0E2A1E"/>
          </a:solidFill>
          <a:ln w="12700">
            <a:solidFill>
              <a:srgbClr val="23F0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53492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3F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test: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print("Hello from Rojo") to Main.server.luau, save, press Play - see it in Output.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SUPERPOWER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MCP?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C9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= a walkie-talkie between your AI and an app.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Roblox Studio MCP lets Cursor look inside your OPEN game - every part, folder, and script - and read (or change) it, no copy-paste.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971800"/>
            <a:ext cx="502920" cy="502920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7" name="Text 5"/>
          <p:cNvSpPr/>
          <p:nvPr/>
        </p:nvSpPr>
        <p:spPr>
          <a:xfrm>
            <a:off x="1691640" y="29900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24128" y="36576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your code files INTO Studio. One direction: your .luau files land in Studio's Explorer.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24128" y="4343400"/>
            <a:ext cx="4443984" cy="384048"/>
          </a:xfrm>
          <a:prstGeom prst="roundRect">
            <a:avLst>
              <a:gd name="adj" fmla="val 23810"/>
            </a:avLst>
          </a:prstGeom>
          <a:solidFill>
            <a:srgbClr val="1B265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43400"/>
            <a:ext cx="4443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files  -&gt;  Studio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60604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75120" y="2971800"/>
            <a:ext cx="502920" cy="502920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29900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Roblox Studio MCP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693408" y="36576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Cursor read the whole LIVE game back out - parts, models, UI, and scripts made inside Studio.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693408" y="4343400"/>
            <a:ext cx="4443984" cy="384048"/>
          </a:xfrm>
          <a:prstGeom prst="roundRect">
            <a:avLst>
              <a:gd name="adj" fmla="val 23810"/>
            </a:avLst>
          </a:prstGeom>
          <a:solidFill>
            <a:srgbClr val="1B265A"/>
          </a:solidFill>
          <a:ln w="12700">
            <a:solidFill>
              <a:srgbClr val="8A5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4343400"/>
            <a:ext cx="4443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 -&gt;  Cursor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16103A"/>
          </a:solidFill>
          <a:ln w="15240">
            <a:solidFill>
              <a:srgbClr val="8A5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230368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C9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on: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-&gt; Assistant Settings -&gt; MCP Servers -&gt; Enable Studio as MCP server -&gt; Quick connect -&gt; Cursor.  Verify in Cursor: Settings -&gt; Tools &amp; MCPs -&gt; Roblox_Studio (27 tools).  Safety: tell Cursor “don't modify anything unless I say so.”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CODING SESSION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loop &amp; Git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78408" y="2130552"/>
            <a:ext cx="182880" cy="182880"/>
          </a:xfrm>
          <a:prstGeom prst="ellipse">
            <a:avLst/>
          </a:prstGeom>
          <a:solidFill>
            <a:srgbClr val="8A5BFF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 Cursor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70048" y="2221992"/>
            <a:ext cx="256032" cy="0"/>
          </a:xfrm>
          <a:prstGeom prst="line">
            <a:avLst/>
          </a:prstGeom>
          <a:noFill/>
          <a:ln w="38100">
            <a:solidFill>
              <a:srgbClr val="FF3DB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44368" y="17830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45536" y="2130552"/>
            <a:ext cx="182880" cy="182880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10" name="Text 8"/>
          <p:cNvSpPr/>
          <p:nvPr/>
        </p:nvSpPr>
        <p:spPr>
          <a:xfrm>
            <a:off x="3355848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37176" y="2221992"/>
            <a:ext cx="256032" cy="0"/>
          </a:xfrm>
          <a:prstGeom prst="line">
            <a:avLst/>
          </a:prstGeom>
          <a:noFill/>
          <a:ln w="38100">
            <a:solidFill>
              <a:srgbClr val="FF3DB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11496" y="17830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12664" y="2130552"/>
            <a:ext cx="182880" cy="182880"/>
          </a:xfrm>
          <a:prstGeom prst="ellipse">
            <a:avLst/>
          </a:prstGeom>
          <a:solidFill>
            <a:srgbClr val="FF3DB0"/>
          </a:solidFill>
          <a:ln/>
        </p:spPr>
      </p:sp>
      <p:sp>
        <p:nvSpPr>
          <p:cNvPr id="14" name="Text 12"/>
          <p:cNvSpPr/>
          <p:nvPr/>
        </p:nvSpPr>
        <p:spPr>
          <a:xfrm>
            <a:off x="5522976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in Studio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04304" y="2221992"/>
            <a:ext cx="256032" cy="0"/>
          </a:xfrm>
          <a:prstGeom prst="line">
            <a:avLst/>
          </a:prstGeom>
          <a:noFill/>
          <a:ln w="38100">
            <a:solidFill>
              <a:srgbClr val="FF3DB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78624" y="17830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79792" y="2130552"/>
            <a:ext cx="182880" cy="182880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8" name="Text 16"/>
          <p:cNvSpPr/>
          <p:nvPr/>
        </p:nvSpPr>
        <p:spPr>
          <a:xfrm>
            <a:off x="7690104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71432" y="2221992"/>
            <a:ext cx="256032" cy="0"/>
          </a:xfrm>
          <a:prstGeom prst="line">
            <a:avLst/>
          </a:prstGeom>
          <a:noFill/>
          <a:ln w="38100">
            <a:solidFill>
              <a:srgbClr val="FF3DB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445752" y="17830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151E47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46920" y="2130552"/>
            <a:ext cx="182880" cy="182880"/>
          </a:xfrm>
          <a:prstGeom prst="ellipse">
            <a:avLst/>
          </a:prstGeom>
          <a:solidFill>
            <a:srgbClr val="23F0A0"/>
          </a:solidFill>
          <a:ln/>
        </p:spPr>
      </p:sp>
      <p:sp>
        <p:nvSpPr>
          <p:cNvPr id="22" name="Text 20"/>
          <p:cNvSpPr/>
          <p:nvPr/>
        </p:nvSpPr>
        <p:spPr>
          <a:xfrm>
            <a:off x="9857232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3063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05081A"/>
          </a:solidFill>
          <a:ln w="12700">
            <a:solidFill>
              <a:srgbClr val="2A387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51560" y="3291840"/>
            <a:ext cx="146304" cy="146304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25" name="Shape 23"/>
          <p:cNvSpPr/>
          <p:nvPr/>
        </p:nvSpPr>
        <p:spPr>
          <a:xfrm>
            <a:off x="1280160" y="3291840"/>
            <a:ext cx="146304" cy="146304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6" name="Shape 24"/>
          <p:cNvSpPr/>
          <p:nvPr/>
        </p:nvSpPr>
        <p:spPr>
          <a:xfrm>
            <a:off x="1508760" y="3291840"/>
            <a:ext cx="146304" cy="146304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3611880"/>
            <a:ext cx="10241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F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~/roblox-cursor-starter 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F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~/roblox-cursor-starter 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"Make coins worth 5"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BB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[dev a1b2c3d] Make coins worth 5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F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~/roblox-cursor-starter 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BB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pushed to GitHub. Tested in Studio.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77240" y="5257800"/>
            <a:ext cx="10698480" cy="685800"/>
          </a:xfrm>
          <a:prstGeom prst="roundRect">
            <a:avLst>
              <a:gd name="adj" fmla="val 13333"/>
            </a:avLst>
          </a:prstGeom>
          <a:solidFill>
            <a:srgbClr val="0E2A1E"/>
          </a:solidFill>
          <a:ln w="12700">
            <a:solidFill>
              <a:srgbClr val="23F0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525780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F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safe:  </a:t>
            </a:r>
            <a:pPr indent="0" marL="0">
              <a:buNone/>
            </a:pPr>
            <a:r>
              <a:rPr lang="en-US" sz="12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auto-publish, never use your .ROBLOSECURITY cookie. Publish manually via File -&gt; Publish to Roblox.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3474720"/>
            <a:ext cx="5486400" cy="5486400"/>
          </a:xfrm>
          <a:prstGeom prst="ellipse">
            <a:avLst/>
          </a:prstGeom>
          <a:solidFill>
            <a:srgbClr val="FF3DB0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E5FF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1338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Match. Serve. Connect. Sync. See it all.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9808" y="3291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syncs your files IN, the Studio MCP reads the live game OUT, and Cursor's AI sees the whole picture.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49808" y="4434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Cursor what game you want - obby, tycoon, simulator - and build it on the baseplate, one saved file at a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5303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B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illustrated guide: README.md + docs/index.html in the starter repo.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Roblox Dev Rig Setup</dc:title>
  <dc:subject>PptxGenJS Presentation</dc:subject>
  <dc:creator>Roblox Dev Rig</dc:creator>
  <cp:lastModifiedBy>Roblox Dev Rig</cp:lastModifiedBy>
  <cp:revision>1</cp:revision>
  <dcterms:created xsi:type="dcterms:W3CDTF">2026-07-01T01:23:16Z</dcterms:created>
  <dcterms:modified xsi:type="dcterms:W3CDTF">2026-07-01T01:23:16Z</dcterms:modified>
</cp:coreProperties>
</file>